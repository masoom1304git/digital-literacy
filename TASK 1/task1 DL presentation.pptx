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08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4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29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84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78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3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73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22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881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38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854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46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085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463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075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189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31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52EFC1-586D-45B4-9D68-514754CBA2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FFF597-4D0E-4EEA-8EA9-86E9D39F97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74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FFC3C3-8896-EAF4-2191-E0F34711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398DCE-A8A8-F94B-609C-245754AE7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48" y="754625"/>
            <a:ext cx="10772103" cy="534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8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29F4-266D-D9C3-02B3-9369799D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30C1E3-05CF-CBE9-80E0-1DBF75382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51" y="682523"/>
            <a:ext cx="10697497" cy="549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0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FE25-2521-ABB1-C055-C3792387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322CC1-3501-E1D9-DE7A-58D59D16A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6" y="679757"/>
            <a:ext cx="10795818" cy="549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C153-7A9E-7426-A47E-76AB30F1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5F6C7-45F4-8EBF-F7DE-7EF638D98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52" y="679757"/>
            <a:ext cx="10816896" cy="548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7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1EE9-DC93-E5B2-D241-9EA09FC68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64BDAA-F0F2-7421-D3C3-F7A39F0D0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87" y="678427"/>
            <a:ext cx="10785987" cy="547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0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EEF5-5130-5AA3-7162-044B7EDC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7200" b="1" i="1" u="sng" dirty="0">
                <a:solidFill>
                  <a:srgbClr val="FF0000"/>
                </a:solidFill>
              </a:rPr>
              <a:t>THANK YOU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EAF716-1B15-3485-733E-B54F6B048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052" y="1032681"/>
            <a:ext cx="5470525" cy="443678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2C8D7-D95F-AF98-2F07-1499AB9FC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4330241" cy="2438404"/>
          </a:xfrm>
        </p:spPr>
        <p:txBody>
          <a:bodyPr>
            <a:normAutofit/>
          </a:bodyPr>
          <a:lstStyle/>
          <a:p>
            <a:pPr algn="l"/>
            <a:r>
              <a:rPr lang="en-IN" sz="2400" dirty="0">
                <a:solidFill>
                  <a:schemeClr val="accent4">
                    <a:lumMod val="75000"/>
                  </a:schemeClr>
                </a:solidFill>
              </a:rPr>
              <a:t>NAME :MASOOM ALI</a:t>
            </a:r>
          </a:p>
          <a:p>
            <a:pPr algn="l"/>
            <a:r>
              <a:rPr lang="en-IN" sz="2400" dirty="0">
                <a:solidFill>
                  <a:schemeClr val="accent4">
                    <a:lumMod val="75000"/>
                  </a:schemeClr>
                </a:solidFill>
              </a:rPr>
              <a:t>REG NO.:25BAI11210</a:t>
            </a:r>
          </a:p>
          <a:p>
            <a:pPr algn="l"/>
            <a:r>
              <a:rPr lang="en-IN" sz="2400" dirty="0">
                <a:solidFill>
                  <a:schemeClr val="accent4">
                    <a:lumMod val="75000"/>
                  </a:schemeClr>
                </a:solidFill>
              </a:rPr>
              <a:t>SUB: DIGITAL LITERACY</a:t>
            </a:r>
          </a:p>
        </p:txBody>
      </p:sp>
    </p:spTree>
    <p:extLst>
      <p:ext uri="{BB962C8B-B14F-4D97-AF65-F5344CB8AC3E}">
        <p14:creationId xmlns:p14="http://schemas.microsoft.com/office/powerpoint/2010/main" val="13925093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</TotalTime>
  <Words>14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Masoom Ali</dc:creator>
  <cp:lastModifiedBy>Masoom Ali</cp:lastModifiedBy>
  <cp:revision>1</cp:revision>
  <dcterms:created xsi:type="dcterms:W3CDTF">2026-03-29T21:53:27Z</dcterms:created>
  <dcterms:modified xsi:type="dcterms:W3CDTF">2026-03-29T22:07:19Z</dcterms:modified>
</cp:coreProperties>
</file>